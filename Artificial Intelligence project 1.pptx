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7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4205" y="1896110"/>
            <a:ext cx="11207750" cy="1553845"/>
          </a:xfrm>
        </p:spPr>
        <p:txBody>
          <a:bodyPr/>
          <a:p>
            <a:r>
              <a:rPr lang="en-US" altLang="en-US" sz="5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Real-Time Anomaly Detection </a:t>
            </a:r>
            <a:br>
              <a:rPr lang="en-US" altLang="en-US" sz="5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5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 </a:t>
            </a:r>
            <a:br>
              <a:rPr lang="en-US" altLang="en-US" sz="5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sz="54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Financial Transactions</a:t>
            </a:r>
            <a:endParaRPr lang="en-US" altLang="en-US" sz="54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13470" y="5298440"/>
            <a:ext cx="2870835" cy="975995"/>
          </a:xfrm>
        </p:spPr>
        <p:txBody>
          <a:bodyPr/>
          <a:p>
            <a:r>
              <a:rPr lang="en-US" altLang="en-US" sz="28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Presented by:</a:t>
            </a:r>
            <a:endParaRPr lang="en-US" altLang="en-US" sz="28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Deenadayalan R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28650"/>
            <a:ext cx="10972800" cy="582613"/>
          </a:xfrm>
        </p:spPr>
        <p:txBody>
          <a:bodyPr/>
          <a:p>
            <a:pPr algn="ctr"/>
            <a:r>
              <a:rPr lang="en-US" altLang="en-US" sz="4400" b="1" u="sng">
                <a:latin typeface="Times New Roman" panose="02020603050405020304" charset="0"/>
                <a:cs typeface="Times New Roman" panose="02020603050405020304" charset="0"/>
              </a:rPr>
              <a:t>Objective:</a:t>
            </a:r>
            <a:endParaRPr lang="en-US" altLang="en-US" sz="4400" b="1" u="sng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72895"/>
            <a:ext cx="10972800" cy="3067685"/>
          </a:xfrm>
        </p:spPr>
        <p:txBody>
          <a:bodyPr/>
          <a:p>
            <a:pPr algn="just">
              <a:lnSpc>
                <a:spcPct val="110000"/>
              </a:lnSpc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The main goal of this project is to develop an unsupervised anomaly detection system that can identify fraudulent financial transactions in real time.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In financial systems, fraudulent transactions are very rare compared to normal ones, making the dataset highly imbalanced.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Traditional classification methods often fail in such cases.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10000"/>
              </a:lnSpc>
            </a:pPr>
            <a:r>
              <a:rPr lang="en-US" altLang="en-US" sz="2600">
                <a:latin typeface="Times New Roman" panose="02020603050405020304" charset="0"/>
                <a:cs typeface="Times New Roman" panose="02020603050405020304" charset="0"/>
              </a:rPr>
              <a:t>Hence, this project aims to detect anomalies without relying on prior fraud labels by learning normal transaction behavior and identifying outliers as potential frauds.</a:t>
            </a:r>
            <a:endParaRPr lang="en-US" altLang="en-US" sz="2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sz="4400" b="1" u="sng">
                <a:latin typeface="Times New Roman" panose="02020603050405020304" charset="0"/>
                <a:cs typeface="Times New Roman" panose="02020603050405020304" charset="0"/>
              </a:rPr>
              <a:t>Tools and Technologies Used</a:t>
            </a:r>
            <a:endParaRPr lang="en-US" sz="4400" b="1" u="sng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l">
              <a:lnSpc>
                <a:spcPct val="70000"/>
              </a:lnSpc>
              <a:buNone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Languages &amp; Libraries: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70000"/>
              </a:lnSpc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70000"/>
              </a:lnSpc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Python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70000"/>
              </a:lnSpc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70000"/>
              </a:lnSpc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NumPy, Pandas – for data manipulation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70000"/>
              </a:lnSpc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70000"/>
              </a:lnSpc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Scikit-learn – for model building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70000"/>
              </a:lnSpc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70000"/>
              </a:lnSpc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Flask – for real-time API deployment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70000"/>
              </a:lnSpc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70000"/>
              </a:lnSpc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Joblib – for model persistence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70000"/>
              </a:lnSpc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70000"/>
              </a:lnSpc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Dataset: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70000"/>
              </a:lnSpc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algn="l">
              <a:lnSpc>
                <a:spcPct val="70000"/>
              </a:lnSpc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Kaggle – Credit Card Fraud Detection Dataset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70000"/>
              </a:lnSpc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(contains anonymized transaction data: V1–V28, Amount, and Class)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 u="sng">
                <a:latin typeface="Times New Roman" panose="02020603050405020304" charset="0"/>
                <a:cs typeface="Times New Roman" panose="02020603050405020304" charset="0"/>
              </a:rPr>
              <a:t>Methodology / Workflow</a:t>
            </a:r>
            <a:endParaRPr lang="en-US" altLang="en-US" b="1" u="sng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77900"/>
            <a:ext cx="10972800" cy="4953000"/>
          </a:xfrm>
        </p:spPr>
        <p:txBody>
          <a:bodyPr/>
          <a:p>
            <a:pPr marL="0" indent="0" algn="just">
              <a:lnSpc>
                <a:spcPct val="70000"/>
              </a:lnSpc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The project follows a step-by-step workflow to detect anomalies in financial transactions.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70000"/>
              </a:lnSpc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1. Data Collection:</a:t>
            </a:r>
            <a:endParaRPr lang="en-US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 algn="just">
              <a:lnSpc>
                <a:spcPct val="70000"/>
              </a:lnSpc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The dataset is obtained from Kaggle’s Credit Card Fraud Detection dataset, which includes real transaction data with anonymized features.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70000"/>
              </a:lnSpc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2. Data Preprocessing:</a:t>
            </a:r>
            <a:endParaRPr lang="en-US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just">
              <a:lnSpc>
                <a:spcPct val="70000"/>
              </a:lnSpc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The data is cleaned and scaled using StandardScaler or RobustScaler to reduce sensitivity to outliers.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just">
              <a:lnSpc>
                <a:spcPct val="70000"/>
              </a:lnSpc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The features like “Time” and “Class” are removed during training, as the system learns patterns of normal transactions only.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70000"/>
              </a:lnSpc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3. Model Building:</a:t>
            </a:r>
            <a:endParaRPr lang="en-US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just">
              <a:lnSpc>
                <a:spcPct val="70000"/>
              </a:lnSpc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Two unsupervised models are used and compared: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just">
              <a:lnSpc>
                <a:spcPct val="70000"/>
              </a:lnSpc>
              <a:buFont typeface="+mj-lt"/>
              <a:buNone/>
            </a:pPr>
            <a:r>
              <a:rPr lang="en-IN" altLang="en-US" sz="1400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IN" altLang="en-US" sz="14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Isolation Forest: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 Efficiently isolates anomalies by randomly partitioning data.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just">
              <a:lnSpc>
                <a:spcPct val="70000"/>
              </a:lnSpc>
              <a:buFont typeface="+mj-lt"/>
              <a:buNone/>
            </a:pPr>
            <a:r>
              <a:rPr lang="en-IN" altLang="en-US" sz="1400">
                <a:latin typeface="Times New Roman" panose="02020603050405020304" charset="0"/>
                <a:cs typeface="Times New Roman" panose="02020603050405020304" charset="0"/>
              </a:rPr>
              <a:t>   </a:t>
            </a: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Local Outlier Factor (LOF):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 Measures local deviation and density to find anomalies.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70000"/>
              </a:lnSpc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4. Model Evaluation:</a:t>
            </a:r>
            <a:endParaRPr lang="en-US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just">
              <a:lnSpc>
                <a:spcPct val="70000"/>
              </a:lnSpc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The models are tested based on metrics such as Precision, Recall, and F1-score.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just">
              <a:lnSpc>
                <a:spcPct val="70000"/>
              </a:lnSpc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The aim is to maximize Recall (catching more frauds) while maintaining good Precision (reducing false positives).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70000"/>
              </a:lnSpc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5. Threshold Tuning:</a:t>
            </a:r>
            <a:endParaRPr lang="en-US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just">
              <a:lnSpc>
                <a:spcPct val="70000"/>
              </a:lnSpc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Thresholds are tuned to achieve the best balance between detecting true frauds and minimizing false alarms.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70000"/>
              </a:lnSpc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70000"/>
              </a:lnSpc>
              <a:buNone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6. Deployment:</a:t>
            </a:r>
            <a:endParaRPr lang="en-US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just">
              <a:lnSpc>
                <a:spcPct val="70000"/>
              </a:lnSpc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A Flask-based web API is built that accepts transaction details in JSON format and returns whether the transaction is normal or fraudulent.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just">
              <a:lnSpc>
                <a:spcPct val="70000"/>
              </a:lnSpc>
              <a:buNone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This simulates a real-time fraud detection environment.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just">
              <a:lnSpc>
                <a:spcPct val="70000"/>
              </a:lnSpc>
              <a:buNone/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lnSpc>
                <a:spcPct val="70000"/>
              </a:lnSpc>
              <a:buFont typeface="Arial" panose="020B0604020202020204" pitchFamily="34" charset="0"/>
              <a:buChar char="•"/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Workflow Summary:</a:t>
            </a:r>
            <a:endParaRPr lang="en-US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 algn="just">
              <a:lnSpc>
                <a:spcPct val="70000"/>
              </a:lnSpc>
              <a:buNone/>
            </a:pPr>
            <a:r>
              <a:rPr lang="en-US" altLang="en-US" sz="1225">
                <a:latin typeface="Times New Roman" panose="02020603050405020304" charset="0"/>
                <a:cs typeface="Times New Roman" panose="02020603050405020304" charset="0"/>
              </a:rPr>
              <a:t>Data → Preprocessing → Model Training → Evaluation → API Deployment → Real-Time Prediction</a:t>
            </a:r>
            <a:endParaRPr lang="en-US" altLang="en-US" sz="1225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sz="4400" b="1" u="sng">
                <a:latin typeface="Times New Roman" panose="02020603050405020304" charset="0"/>
                <a:cs typeface="Times New Roman" panose="02020603050405020304" charset="0"/>
              </a:rPr>
              <a:t>Implementation Details</a:t>
            </a:r>
            <a:endParaRPr lang="en-US" altLang="en-US" sz="4400" b="1" u="sng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just">
              <a:lnSpc>
                <a:spcPct val="50000"/>
              </a:lnSpc>
              <a:buNone/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The implementation is done in Python and divided into two parts — model training and deployment.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50000"/>
              </a:lnSpc>
              <a:buNone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Model Training: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The dataset is loaded using Pandas.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Data is scaled and split into training and testing sets.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The Isolation Forest algorithm is trained on the data to detect outliers.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The model and scaler are saved using Joblib for later use.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50000"/>
              </a:lnSpc>
              <a:buNone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Deployment: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A Flask web server is created to serve the model.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The server provides an endpoint “/predict” that accepts JSON input containing transaction details.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The input data is scaled using the saved scaler, and the model predicts whether the transaction is normal or fraudulent.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The result is returned as a JSON response in real time.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50000"/>
              </a:lnSpc>
              <a:buNone/>
            </a:pPr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Model Output: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“0” indicates a normal transaction.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50000"/>
              </a:lnSpc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“1” indicates a fraudulent transaction.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7800"/>
            <a:ext cx="10972800" cy="582613"/>
          </a:xfrm>
        </p:spPr>
        <p:txBody>
          <a:bodyPr/>
          <a:p>
            <a:pPr algn="ctr"/>
            <a:r>
              <a:rPr lang="en-US" altLang="en-US" sz="4400" b="1" u="sng">
                <a:latin typeface="Times New Roman" panose="02020603050405020304" charset="0"/>
                <a:cs typeface="Times New Roman" panose="02020603050405020304" charset="0"/>
              </a:rPr>
              <a:t>Output and Results</a:t>
            </a:r>
            <a:endParaRPr lang="en-US" altLang="en-US" sz="4400" b="1" u="sng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lnSpc>
                <a:spcPct val="50000"/>
              </a:lnSpc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The model successfully identifies anomalies representing fraudulent transactions.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50000"/>
              </a:lnSpc>
              <a:buNone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Output Observations: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The Isolation Forest achieved a high recall value, meaning it could detect most fraud cases.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The Local Outlier Factor model was also effective but slightly slower compared to Isolation Forest.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50000"/>
              </a:lnSpc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The model correctly classified most transactions, with very few false positives.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 descr="Screenshot 2025-11-10 1426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6610" y="3611245"/>
            <a:ext cx="5478145" cy="24498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sz="4400" b="1" u="sng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altLang="en-US" sz="4400" b="1" u="sng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86230"/>
            <a:ext cx="10972800" cy="4130040"/>
          </a:xfrm>
        </p:spPr>
        <p:txBody>
          <a:bodyPr/>
          <a:p>
            <a:pPr marL="0" indent="0" algn="just">
              <a:buNone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Project Summary: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This project demonstrates how unsupervised learning can be effectively applied to detect fraudulent transactions in real time.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By using Isolation Forest and Local Outlier Factor, the system learns normal transaction behavior and identifies anomalies as potential frauds.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en-US" sz="2800">
                <a:latin typeface="Times New Roman" panose="02020603050405020304" charset="0"/>
                <a:cs typeface="Times New Roman" panose="02020603050405020304" charset="0"/>
              </a:rPr>
              <a:t>The Flask web application provides real-time predictions for new transactions, simulating a real-world fraud detection system.</a:t>
            </a:r>
            <a:endParaRPr lang="en-US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3888</Words>
  <Application>WPS Presentation</Application>
  <PresentationFormat>Widescreen</PresentationFormat>
  <Paragraphs>110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51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Times New Roman</vt:lpstr>
      <vt:lpstr>Amiri Quran</vt:lpstr>
      <vt:lpstr>Algerian</vt:lpstr>
      <vt:lpstr>Britannic Bold</vt:lpstr>
      <vt:lpstr>Broadway</vt:lpstr>
      <vt:lpstr>Bernard MT Condensed</vt:lpstr>
      <vt:lpstr>Berlin Sans FB Demi</vt:lpstr>
      <vt:lpstr>Bradley Hand ITC</vt:lpstr>
      <vt:lpstr>Cooper Black</vt:lpstr>
      <vt:lpstr>Engravers MT</vt:lpstr>
      <vt:lpstr>Elephant</vt:lpstr>
      <vt:lpstr>Eras Bold ITC</vt:lpstr>
      <vt:lpstr>Eras Light ITC</vt:lpstr>
      <vt:lpstr>Forte</vt:lpstr>
      <vt:lpstr>Goudy Stout</vt:lpstr>
      <vt:lpstr>Gill Sans Ultra Bold Condensed</vt:lpstr>
      <vt:lpstr>Gill Sans MT Ext Condensed Bold</vt:lpstr>
      <vt:lpstr>Maiandra GD</vt:lpstr>
      <vt:lpstr>Magneto</vt:lpstr>
      <vt:lpstr>Matura MT Script Capitals</vt:lpstr>
      <vt:lpstr>OpenSymbol</vt:lpstr>
      <vt:lpstr>Palace Script MT</vt:lpstr>
      <vt:lpstr>Old English Text MT</vt:lpstr>
      <vt:lpstr>Perpetua Titling MT</vt:lpstr>
      <vt:lpstr>Playbill</vt:lpstr>
      <vt:lpstr>Rockwell Extra Bold</vt:lpstr>
      <vt:lpstr>Reem Kufi</vt:lpstr>
      <vt:lpstr>Scheherazade</vt:lpstr>
      <vt:lpstr>SimSun-ExtB</vt:lpstr>
      <vt:lpstr>Showcard Gothic</vt:lpstr>
      <vt:lpstr>Sitka Banner Semibold</vt:lpstr>
      <vt:lpstr>Sitka Display</vt:lpstr>
      <vt:lpstr>Sitka Small</vt:lpstr>
      <vt:lpstr>Sitka Small Semibold</vt:lpstr>
      <vt:lpstr>Snap ITC</vt:lpstr>
      <vt:lpstr>Stencil</vt:lpstr>
      <vt:lpstr>Blue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DELL</dc:creator>
  <cp:lastModifiedBy>Candydeena Deenadayalan</cp:lastModifiedBy>
  <cp:revision>3</cp:revision>
  <dcterms:created xsi:type="dcterms:W3CDTF">2025-07-23T00:59:00Z</dcterms:created>
  <dcterms:modified xsi:type="dcterms:W3CDTF">2025-11-10T09:09:18Z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D1BE0A665DD24E1D8AEB1C8860FBF257_11</vt:lpwstr>
  </property>
  <property fmtid="{D5CDD505-2E9C-101B-9397-08002B2CF9AE}" pid="3" name="KSOProductBuildVer">
    <vt:lpwstr>1033-12.2.0.23155</vt:lpwstr>
  </property>
</Properties>
</file>